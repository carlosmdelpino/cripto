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9601200" cy="1097280"/>
          </a:xfrm>
          <a:prstGeom prst="rect">
            <a:avLst/>
          </a:prstGeom>
          <a:solidFill>
            <a:srgbClr val="115EAA"/>
          </a:solidFill>
          <a:ln>
            <a:solidFill>
              <a:srgbClr val="11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Métodos post-cuánticos (II): NTRU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83642"/>
                </a:solidFill>
                <a:latin typeface="Calibri"/>
              </a:rPr>
              <a:t>Tema 5 — polinomios, convolución circular y cifrado basado en retículos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0" y="1645920"/>
            <a:ext cx="1737360" cy="1737360"/>
          </a:xfrm>
          <a:prstGeom prst="rect">
            <a:avLst/>
          </a:prstGeom>
          <a:solidFill>
            <a:srgbClr val="4C88D8"/>
          </a:solidFill>
          <a:ln>
            <a:solidFill>
              <a:srgbClr val="4C8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0"/>
            <a:ext cx="1554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5 — idea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Qué es NTRU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NTRU trabaja con polinomios de coeficientes pequeños.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clave pública mezcla dos polinomios secretos usando aritmética modular.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receptor usa su clave privada para recuperar el mensaje original.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Es una construcción clásica basada en retículos y anillos de polinomios.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5 — anillo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Convolución circular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R = Z[x]/(x^N - 1)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x^N ≡ 1, x^(N+1) ≡ x, x^(N+2) ≡ x^2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producto de dos polinomios se reduce módulo x^N - 1.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Eso produce una convolución circular en lugar de una multiplicación lineal normal.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Es crucial para entender por qué la clave pública y el ciphertext se comportan como mezclas de polinomios.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5 — generación de claves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Clave pública y privada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h ≡ p · f_q^{-1} * g   (mod 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Se eligen polinomios pequeños f y 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Se exige que f tenga inversa en los módulos p y q.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clave pública es h; la privada incluye la información necesaria para recuperar el mensaje.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5 — cifrado y descifrado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Flujo del algoritmo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c ≡ r * h + m   (mod 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a ≡ f * c   (mod 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m ≡ f_p^{-1} * center_q(a)   (mod 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r es un polinomio aleatorio pequeño usado para ocultar el mensaje.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f y la reducción modular permiten recuperar el mensaje original.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centrado de coeficientes es un paso crítico del descifrado.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5 — ejemplo didáctico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Mini ejemplo con coeficientes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N = 4,   p = 3,   q =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f = [1, 3, 0, 0],   g = [0, 1, -1, 0],   h = [9,10,1,14]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Se usa un ejemplo pequeño para ilustrar la estructura, no para seguridad real.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ciphertext se genera añadiendo el mensaje al producto r * 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receptor recupera el mensaje con el producto con f y la reducción módulo 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5 —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Demostración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Se puede implementar NTRU con una convolución circular en pequeños ejemplos.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objetivo didáctico es comprobar que el circuito de cifrado/descifrado funciona.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En producción no se usa este ejemplo: se requieren parámetros seguros y validación de implementación.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5 —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NTRU es un KEM muy importante didácticamente y en historia de la PQC.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Su seguridad depende de propiedades de polinomios y retículos.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ML-KEM es el estándar principal del NIST; NTRU permanece importante por aprendizaje y compatibilidad experimental.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patrón general sigue siendo el mismo: clave pública, encapsulación, secreto compartido y cifrado simétrico.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