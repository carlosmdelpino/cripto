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7899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Introducción a la computación cuántica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5688"/>
                </a:solidFill>
                <a:latin typeface="Calibri"/>
              </a:rPr>
              <a:t>Sesión 3 — versión de 30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8412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63238"/>
                </a:solidFill>
                <a:latin typeface="Calibri"/>
              </a:rPr>
              <a:t>Qubits, superposición, entrelazamiento y el algoritmo de Shor: por qué la computación cuántica amenaza a RSA y ECC.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2011680"/>
            <a:ext cx="2286000" cy="2286000"/>
          </a:xfrm>
          <a:prstGeom prst="rect">
            <a:avLst/>
          </a:prstGeom>
          <a:solidFill>
            <a:srgbClr val="145688"/>
          </a:solidFill>
          <a:ln>
            <a:solidFill>
              <a:srgbClr val="145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25146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¿Qué aprenderemos hoy?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De los qubits al algoritmo que rompe 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Explicar qué es un qubit y las nociones de superposición, entrelazamiento y medición.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Identificar las puertas cuánticas básicas y su función en un circuito.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Explicar con detalle matemático cómo el algoritmo de Shor rompe RSA y ECC.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Entender por qué la criptografía simétrica y el hash se debilitan (no se rompen) frente a Grover.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Situar esta amenaza en el camino hacia la criptografía post-cuántica.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Qubits y superposición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Un qubit puede ser 0 y 1 a la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|ψ⟩ = α|0⟩ + β|1⟩,  |α|² + |β|²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Un bit clásico solo vale 0 o 1; un qubit puede estar en superposición de |0⟩ y |1⟩.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La puerta Hadamard sobre |0⟩ produce H|0⟩ = (1/√2)(|0⟩ + |1⟩), con P(0) = P(1) = 0.5.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Con n qubits se representan hasta 2ⁿ combinaciones a la vez, pero medir colapsa el resultado a uno solo.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La ventaja cuántica está en diseñar la interferencia para que la respuesta correcta sea la más probable, no en "probar todo a la vez".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Entrelazamiento y 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Correlaciones que no existen en el mundo clásico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Estado de Bell: (1/√2)(|00⟩ + |11⟩)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Dos qubits entrelazados están correlacionados aunque estén físicamente separados.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Al medir uno, el resultado del otro queda determinado al instante (sin transmitir información más rápido que la luz).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Medir colapsa el estado de forma irreversible: P(0) = |α|², P(1) = |β|².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El teorema de no clonación impide copiar exactamente un estado cuántico desconocido.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Puertas cuánticas básicas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Los "bloques" de un circuito cuántico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Puerta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Efecto principal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X (NOT cuántico)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Invierte |0⟩ y |1⟩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H (Hadamard)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Crea superposición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Cambia la fase del estado |1⟩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CNOT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Invierte el 2º qubit según el 1º; crea entrelazamiento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9377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63238"/>
                </a:solidFill>
                <a:latin typeface="Calibri"/>
              </a:rPr>
              <a:t>Un circuito cuántico encadena puertas y termina con una medición. H + CNOT sobre dos qubits genera el estado de Bell.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Computación clásica frente a cuántica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No es "más rápido", es distinto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Clásica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Cuántica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Unidad básica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Bit (0 o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Qubit (superposición)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Determinismo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Determinista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Probabilístico al medir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Copia de estados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Trivial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Prohibida (no clonación)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Ventaja principal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Universalidad y madurez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Muy superior en problemas concretos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De Deutsch-Jozsa a Grover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Los primeros algoritmos con ventaja cuántica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Antes de llegar a Shor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Deutsch-Jozsa (1992): distingue si f(x) es constante o equilibrada con una única evaluación (clásicamente puede necesitar varias). Relevancia más histórica que práctica.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Grover (1996): búsqueda en una lista desordenada de N elementos en O(√N), frente a O(N) clásico (aceleración cuadrática).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Aplicado a una clave de n bits, Grover reduce el esfuerzo de 2ⁿ a 2^(n/2): amenaza a AES y al hash, sin llegar a romperlos.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El algoritmo de Shor: la idea matemática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Factorizar N = p × q, resuelto en tiempo polinómico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La base de RSA, ECC y Diffie-Hellman se rompe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Factorizar N se reduce a encontrar el periodo r de f(x) = aˣ mod N, con 1 &lt; a &lt; N y mcd(a, N) = 1: el menor r &gt; 0 tal que aʳ ≡ 1 (mod N).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Si r es par y a^(r/2) no es congruente con -1 mod N: aʳ − 1 = (a^(r/2) − 1)(a^(r/2) + 1) ≡ 0 (mod N).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Entonces p = mcd(a^(r/2) − 1, N) y q = mcd(a^(r/2) + 1, N) son factores no triviales de N.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(Parte cuántica) Encontrar r mediante superposición y la transformada cuántica de Fourier es polinómico; clásicamente sería exponencial.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El algoritmo de Shor: ejemplo numérico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N = 15, a = 7 → factores 3 y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7ˣ mod 15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1   ← periodo r = 4 (par)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8288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709D"/>
                </a:solidFill>
                <a:latin typeface="Calibri"/>
              </a:rPr>
              <a:t>a^(r/2) = 7² mod 15 = 4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(4 ≠ 14 ≡ −1 mod 15 → cumple la condición)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709D"/>
                </a:solidFill>
                <a:latin typeface="Calibri"/>
              </a:rPr>
              <a:t>p = mcd(4−1, 15) = mcd(3, 15) = 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709D"/>
                </a:solidFill>
                <a:latin typeface="Calibri"/>
              </a:rPr>
              <a:t>q = mcd(4+1, 15) = mcd(5, 15) = 5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709D"/>
                </a:solidFill>
                <a:latin typeface="Calibri"/>
              </a:rPr>
              <a:t>15 = 3 ×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3238"/>
                </a:solidFill>
                <a:latin typeface="Calibri"/>
              </a:rPr>
              <a:t>Con N = 15 el cálculo es viable a mano; con un N de cientos de dígitos (clave RSA real) encontrar r es inviable de forma clásica, pero el algoritmo cuántico lo hace en tiempo polinómico.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685C"/>
                </a:solidFill>
                <a:latin typeface="Calibri"/>
              </a:rPr>
              <a:t>Hoy no existe un ordenador cuántico con suficientes qubits estables para ejecutar Shor contra claves reales, pero el riesgo ("harvest now, decrypt later") ya obliga a planificar la migración.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Impacto en la criptografía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Qué se rompe y qué solo se debilita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Algoritmo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Base matemática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Efecto cuántico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RSA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Factorización de enteros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Roto por Shor (tiempo polinómico)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ECC / Diffie-Hellman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Logaritmo discreto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Roto por Shor (tiempo polinómico)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AES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Confusión y difusión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Debilitado por Grover (128→64 bits); usar AES-256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SHA-256 / SHA-3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Funciones hash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Debilitado por Grover; usar salidas de 384-512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Mitos y errores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Lo que NO es la computación cuántica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Separando ciencia de exageración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No "prueba todas las soluciones a la vez": medir colapsa el resultado a uno solo.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El entrelazamiento no permite comunicación instantánea ni más rápida que la luz.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Hoy no existe ningún ordenador cuántico capaz de romper RSA o ECC reales.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No hace obsoleta toda la criptografía: solo la basada en factorización y logaritmo discreto.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Cierre y puntos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Hacia la criptografía post-cuántica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Lo que debes recordar de esta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Shor rompe RSA, ECC y Diffie-Hellman en tiempo polinómico; Grover debilita (sin romper) AES y el hash.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Hoy no existe un ordenador cuántico capaz de ejecutar Shor contra claves reales, pero el riesgo ya es real por el "harvest now, decrypt later".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La criptografía post-cuántica (retículos, códigos, hash-based, entre otros) es la respuesta a esta amenaza.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Las próximas sesiones profundizan en estos algoritmos post-cuánticos y su estandarización por el NIST.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Calibri"/>
              </a:rPr>
              <a:t>Pregunta de reflexión: ¿por qué encontrar el periodo r de aˣ mod N permite factorizar 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