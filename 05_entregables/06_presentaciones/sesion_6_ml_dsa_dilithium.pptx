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9601200" cy="1097280"/>
          </a:xfrm>
          <a:prstGeom prst="rect">
            <a:avLst/>
          </a:prstGeom>
          <a:solidFill>
            <a:srgbClr val="115EAA"/>
          </a:solidFill>
          <a:ln>
            <a:solidFill>
              <a:srgbClr val="11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Métodos post-cuánticos (III): ML-DSA y SLH-DSA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83642"/>
                </a:solidFill>
                <a:latin typeface="Calibri"/>
              </a:rPr>
              <a:t>Tema 6 — firmas digitales y estado actual de la estandarización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1645920"/>
            <a:ext cx="1737360" cy="1737360"/>
          </a:xfrm>
          <a:prstGeom prst="rect">
            <a:avLst/>
          </a:prstGeom>
          <a:solidFill>
            <a:srgbClr val="4C88D8"/>
          </a:solidFill>
          <a:ln>
            <a:solidFill>
              <a:srgbClr val="4C8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0"/>
            <a:ext cx="1554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diferencia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Firma, KEM y cifrado no son lo mismo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KEM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Establece una clave compartida.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Usa encapsulación y desencapsulación.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Se usa para secretos de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Firma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Prueba origen e integridad.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Usa firmar y verificar.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Resultado: validación por clave pública.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ML-DSA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Firma basada en retículos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t = A·s_1 + s_2   (mod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w = A·y   (mod 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c = H(mu || highBits(w))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z = y + c·s_1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ML-DSA deriva de CRYSTALS-Dilithium, una firma post-cuántica basada en retículos.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transformación Fiat-Shamir convierte un reto interactivo en una firma no interactiva.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verificación comprueba si el reto reconstruido coincide con el hash del mensaje y el compromiso.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ML-DSA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Ejemplo didáctico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A = [[4,7],[3,5]], s = [2,1]^T, y = [1,2]^T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t = A·s = [15,11]^T,  w = A·y = [1,13]^T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c = H(m || w) = 2,  z = y + 2·s = [5,4]^T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idea es mostrar que la firma y la verificación embeben el mismo compromiso.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Si el mensaje cambia, cambia también el reto del hash y la firma deja de ser válida.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En la implementación real aparecen polinomios, límites y rechazo de muestras para mantener la seguridad.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SLH-DSA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Firma basada en funciones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leaf_i = H(pk_i)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node = H(left || 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root = autenticación final del árbol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SLH-DSA se apoya en funciones hash y árboles de Merkle.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clave pública está asociada a la raíz del árbol y no a un retículo.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Es una alternativa matemática distinta a ML-DSA con una base completamente diferente.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estado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Estandarización 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Finalizados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ML-KEM (FIPS 203)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ML-DSA (FIPS 204)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SLH-DSA (FIPS 205)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En desarrollo / diversidad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HQC-KEM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FN-DSA / Falcon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Diversidad matemática y evaluación continua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migración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Plan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Inventario: algoritmos, certificados, claves y vida útil de los datos.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Prueba de ML-KEM en un protocolo híbrido para un intercambio clave robusto.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Migración de firmas a ML-DSA o SLH-DSA según tamaño, latencia y soporte disponible.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Añadir versiones de algoritmo, rotación y vigilancia funcional antes de despliegue total.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6 —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ML-DSA y SLH-DSA resuelven el problema de firma post-cuántica con bases matemáticas distintas.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ML-KEM, ML-DSA y SLH-DSA ya son estándares finales del NIST.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migración real exige criptoagilidad, pruebas y un plan de transición bien documentado.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combinación con AES-GCM y KDF es esencial para un diseño seguro.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