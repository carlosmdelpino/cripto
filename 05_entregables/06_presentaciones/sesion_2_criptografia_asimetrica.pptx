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7899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Criptografía asimétrica: RSA, ECC y protocolos básicos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5688"/>
                </a:solidFill>
                <a:latin typeface="Calibri"/>
              </a:rPr>
              <a:t>Sesión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8412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63238"/>
                </a:solidFill>
                <a:latin typeface="Calibri"/>
              </a:rPr>
              <a:t>Claves públicas y privadas, RSA paso a paso, curvas elípticas, Diffie-Hellman y certificados digitales.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2011680"/>
            <a:ext cx="2286000" cy="2286000"/>
          </a:xfrm>
          <a:prstGeom prst="rect">
            <a:avLst/>
          </a:prstGeom>
          <a:solidFill>
            <a:srgbClr val="145688"/>
          </a:solidFill>
          <a:ln>
            <a:solidFill>
              <a:srgbClr val="145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25146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¿Qué aprenderemos hoy?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De la teoría al ejemplo numérico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Repasar los fundamentos de la criptografía asimétrica: clave pública y clave privada.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Entender cómo se genera una clave RSA paso a paso con un ejemplo numérico completo.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Ver cómo se cifra, se descifra y se firma con RSA.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Conocer ECC y por qué ofrece la misma seguridad con claves más pequeñas.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Comprender Diffie-Hellman y su papel en el acuerdo de claves.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Conectar todo con la práctica real: certificados digitales y TLS/HTTPS.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Criptografía asimétrica: conceptos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45688"/>
                </a:solidFill>
                <a:latin typeface="Calibri"/>
              </a:rPr>
              <a:t>Clave pública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Se puede compartir libremente con cualquiera.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Se usa para cifrar mensajes dirigidos a su propietario.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Se usa para verificar firmas digitales.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45688"/>
                </a:solidFill>
                <a:latin typeface="Calibri"/>
              </a:rPr>
              <a:t>Clave privada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Debe mantenerse siempre en secreto.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Se usa para descifrar mensajes recibidos.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63238"/>
                </a:solidFill>
                <a:latin typeface="Calibri"/>
              </a:rPr>
              <a:t>Se usa para firmar digitalmente.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709D"/>
                </a:solidFill>
                <a:latin typeface="Calibri"/>
              </a:rPr>
              <a:t>Regla de oro: para cifrar, pública → privada. Para firmar, privada → pública.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RSA: definición y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¿Qué es RSA?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Rivest, Shamir y Adleman (1977)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Algoritmo de criptografía asimétrica usado para cifrar, firmar y autenticar.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Su seguridad se basa en un hecho matemático simple: multiplicar dos primos grandes es fácil.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Pero factorizar el resultado (recuperar esos dos primos) es extremadamente difícil.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Esa dificultad de factorización es la base de la seguridad de RSA.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Se usa junto a esquemas de relleno seguro: RSA-OAEP (cifrado) y RSA-PSS (firma).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RSA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Ejemplo didáctico: generación de claves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Usamos números pequeños solo para entender el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1. Elegimos dos primos: p = 5, q = 11.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2. Calculamos n = p × q = 55.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3. Calculamos φ(n) = (p−1)(q−1) = 4 × 10 = 40.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4. Elegimos e = 3, que cumple gcd(3, 40) = 1.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5. Calculamos d, el inverso modular de e: 3 × 27 = 81 ≡ 1 (mod 40) → d = 27.</a:t>
            </a:r>
          </a:p>
          <a:p>
            <a:pPr algn="l">
              <a:spcAft>
                <a:spcPts val="600"/>
              </a:spcAft>
            </a:pPr>
            <a:r>
              <a:rPr sz="1900">
                <a:solidFill>
                  <a:srgbClr val="263238"/>
                </a:solidFill>
                <a:latin typeface="Calibri"/>
              </a:rPr>
              <a:t>6. Clave pública = (e, n) = (3, 55).   Clave privada = (d, n) = (27, 55).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RSA en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Cifrado, descifrado y firma 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Operación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Clave usada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Propósito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Cifrar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Pública del destinatario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 = m^e mod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Confidencialidad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Descifrar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Privada del destinatario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m = c^d mod 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Recuperar el mensaje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Firmar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Privada del firmante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s = h^d mod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Autenticidad e integridad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Verificar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Pública del firmante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h' = s^e mod 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Comprobar la firma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120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63238"/>
                </a:solidFill>
                <a:latin typeface="Calibri"/>
              </a:rPr>
              <a:t>Ejemplo numérico: con m = 10, clave pública (3, 55) y privada (27, 55):</a:t>
            </a:r>
          </a:p>
          <a:p>
            <a:r>
              <a:rPr sz="1600">
                <a:solidFill>
                  <a:srgbClr val="11709D"/>
                </a:solidFill>
                <a:latin typeface="Calibri"/>
              </a:rPr>
              <a:t>c = 10^3 mod 55 = 10      →      m = 10^27 mod 55 = 10 (se recupera el mensaje original)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ECC: criptografía de curva elíptica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¿Qué es ECC?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Otra forma de hacer criptografía asimétrica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Se basa en el problema del logaritmo discreto sobre curvas elípticas (y² = x³ + ax + b).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Conocer un punto P y Q = kP no permite recuperar fácilmente el valor k.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Ofrece el mismo nivel de seguridad que RSA, pero con claves mucho más pequeñas.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Ideal para móviles, tarjetas inteligentes y dispositivos IoT con recursos limitados.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Es la base de ECDH (acuerdo de claves) y ECDSA/EdDSA (firma digital).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Comparativa RSA frente a 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Misma seguridad, distinto coste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RSA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ECC</a:t>
                      </a:r>
                    </a:p>
                  </a:txBody>
                  <a:tcPr>
                    <a:solidFill>
                      <a:srgbClr val="1456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Base matemática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Factorización de enteros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Logaritmo discreto en curvas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Clave equivalente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2048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~224-256 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Velocidad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Más lenta con claves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Más rápida y eficiente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Consumo en IoT/móvil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Certificados clásicos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3238"/>
                          </a:solidFill>
                          <a:latin typeface="Calibri"/>
                        </a:rPr>
                        <a:t>TLS moderno, IoT, móviles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Diffie-Hellman: acuerdo de claves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¿Cómo se acuerda un secreto sin enviarlo?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El problema que resuelve DH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Alice y Bob acuerdan públicamente un primo p y un generador g.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Alice calcula A = g^a mod p (a es secreto); Bob calcula B = g^b mod p (b es secreto).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Intercambian A y B por el canal público.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Ambos llegan al mismo secreto: K = g^(ab) mod p.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Limitación clave: DH no autentica por sí solo → riesgo de ataque de intermediario (MITM).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Solución: combinar DH/ECDH con autenticación mediante certificados digitales.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De la teoría a la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Certificados digitales, PKI y TLS/HTTPS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Todo lo visto, funcionando junto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Un certificado digital vincula una clave pública con la identidad de su propietario.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Una autoridad certificadora (CA) firma los certificados y sostiene la cadena de confianza.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TLS combina: intercambio de claves (ECDH), autenticación (certificado) y cifrado simétrico (AES-GCM).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Así se protege la mayoría de las conexiones web actuales (HTTPS).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Cierre y puntos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Lo que debes recordar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Errores comunes y buenas prácticas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RSA: seguro gracias a la dificultad de factorizar números grandes; usar siempre con OAEP/PSS.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ECC: misma seguridad que RSA con claves mucho más pequeñas; ideal para IoT y móviles.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Diffie-Hellman necesita autenticación adicional para evitar ataques de intermediario.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Nunca implementes tu propio esquema criptográfico: usa librerías revisadas y mantenidas.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Certificados y PKI son la pieza que conecta la criptografía asimétrica con la confianza real en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Calibri"/>
              </a:rPr>
              <a:t>Pregunta de reflexión: ¿qué pasaría si se reutilizaran los mismos primos p y q en varias claves RSA?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